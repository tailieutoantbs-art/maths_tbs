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CỔNG CÔNG NGHỆ THÔNG TIN - TỔ TOÁN TBS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0F2FE"/>
                </a:solidFill>
              </a:rPr>
              <a:t>Hệ sinh thái học tập &amp; khảo thí tương tác trực quan (Phiên bản 1.0)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Tác giả: Thầy Hùng TBS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Vấn đề &amp; Tầm nhìn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</a:rPr>
              <a:t>Thực trạng:
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Học sinh thiếu động lực tự học, học toán còn khô khan.
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Giáo viên tốn nhiều thời gian soạn giáo án, ma trận đề, chấm bài.
</a:t>
            </a:r>
            <a:pPr indent="0" marL="0">
              <a:buNone/>
            </a:pPr>
            <a:r>
              <a:rPr lang="en-US" sz="1800" b="1" dirty="0">
                <a:solidFill>
                  <a:srgbClr val="0369A1"/>
                </a:solidFill>
              </a:rPr>
              <a:t>Tầm nhìn hệ thống:
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Ứng dụng công nghệ lõi (AI, Gamification) để thay đổi cách dạy và học.
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Mang lại trải nghiệm học tập "Wow", mượt mà, hấp dẫn như một trò chơi.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Tổng quan Kiến trúc Hệ thống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Hệ thống được chia làm 2 phân hệ độc lập nhưng đồng bộ dữ liệu: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3840480" cy="1828800"/>
          </a:xfrm>
          <a:prstGeom prst="rect">
            <a:avLst/>
          </a:prstGeom>
          <a:solidFill>
            <a:srgbClr val="F0F9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👨‍🎓 Cổng Học sinh (Student Portal)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Khu vực luyện tập, thi đấu và theo dõi tiến độ.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46320" y="2011680"/>
            <a:ext cx="384048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21031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👩‍🏫 Cổng Giáo viên (Teacher Dashboard)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Quản lý chuyên môn, lớp học, và sinh tài nguyên tự động.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Điểm nhấn 1: Phân hệ Học sinh &amp; Gamification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</a:rPr>
              <a:t>• Học bạ số (Digital Report Card):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 Theo dõi năng lực toán học qua từng giai đoạn.
</a:t>
            </a:r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</a:rPr>
              <a:t>• Đấu trường &amp; Nhiệm vụ tuần: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 Làm bài tập để tích lũy "Điểm liên đấu" (Arena Points), thăng hạng.
</a:t>
            </a:r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</a:rPr>
              <a:t>• Luyện thi Olympic 30/4: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 Kho tài nguyên Vận dụng cao (VDC) phân loại theo chuyên đề sâu.
</a:t>
            </a:r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</a:rPr>
              <a:t>• Đa dạng hình thức: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 CLB Vui học toán, Phòng thi kiểm tra 15-45 phút lấy điểm thật.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Điểm nhấn 2: Trợ lý Kế hoạch 2026 (Plan Assistant)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69A1"/>
                </a:solidFill>
              </a:rPr>
              <a:t>Công cụ Đột phá: 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AI Plan Assistant 2026
</a:t>
            </a:r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</a:rPr>
              <a:t>Tính năng cốt lõi:
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Tự động sinh Khung KHTH (Phụ lục 1), Kế hoạch Bài dạy (Phụ lục 2), Ma trận đề KT (Phụ lục 3).
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Trích xuất PDF sang LaTeX bằng công nghệ Vision (AI).
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Chỉnh sửa Prompt thông minh trực tiếp trên hệ thống.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Nền tảng Công nghệ Tiên phong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</a:rPr>
              <a:t>• Frontend Core: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 React 19 &amp; Next.js 15 (Tốc độ load trang cực nhanh, tối ưu SEO/SSR).
</a:t>
            </a:r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</a:rPr>
              <a:t>• Giao diện (UI/UX):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 Tailwind CSS, Hỗ trợ Dark Mode/Light Mode.
</a:t>
            </a:r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</a:rPr>
              <a:t>• Toán học trực quan: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 Tích hợp KaTeX để render công thức siêu mượt.
</a:t>
            </a:r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</a:rPr>
              <a:t>• Quốc tế hóa: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 Hỗ trợ song ngữ Tiếng Việt &amp; Tiếng Anh.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Kết luận &amp; Kế hoạch triển khai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</a:rPr>
              <a:t>Lợi ích mang lại:
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Tối ưu hóa thời gian cho Giáo viên.
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Cực đại hóa trải nghiệm học tập cho Học sinh.
</a:t>
            </a:r>
            <a:pPr indent="0" marL="0">
              <a:buNone/>
            </a:pPr>
            <a:r>
              <a:rPr lang="en-US" sz="1800" b="1" dirty="0">
                <a:solidFill>
                  <a:srgbClr val="0369A1"/>
                </a:solidFill>
              </a:rPr>
              <a:t>Bước tiếp theo:
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Triển khai thí điểm (Beta test) ở một số lớp.
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Thu thập phản hồi từ giáo viên Tổ Toán.
</a:t>
            </a:r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• Cập nhật thêm ngân hàng đề thi &amp; Game tương tác.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84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XIN CẢM ƠN QUÝ THẦY CÔ ĐÃ LẮNG NGHE!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2026-07-17T12:40:18Z</dcterms:created>
  <dcterms:modified xsi:type="dcterms:W3CDTF">2026-07-17T12:40:18Z</dcterms:modified>
</cp:coreProperties>
</file>